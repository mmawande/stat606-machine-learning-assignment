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E02D4-7CEE-4426-B842-C52CC7EAF1AF}" type="datetimeFigureOut">
              <a:rPr lang="en-ZA" smtClean="0"/>
              <a:t>2025/05/12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4A676-2660-4BB4-BF48-DD096EA23FE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61855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A525B-7C89-0818-AFF1-E184F85A3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AFA97-542C-5540-583F-A357E4558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93099-2FDC-8337-46B2-9798EB39B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2025/05/12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44EEB-A394-AC7A-4C4F-9D81D689B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DA6D1-146F-7C62-0C27-01A5A8CE7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5191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51C24-FE9A-AF0D-D00E-AF05DD883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38984-ADDD-77D9-4862-6D2093C30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B571C-5208-9F89-2400-C2B0029D2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2025/05/12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6B03C-18AF-BCF7-E104-87838785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892C7-A7C8-C835-3495-65D9A721C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2942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77A2-EEDC-9396-EDF5-8C9C6F9BB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4CABE-C170-BFE5-06D9-8ACAE81D6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28E9F-94AB-405C-59E7-24D2E11EC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2025/05/12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D097F-79C5-1909-B2E2-777ABCC24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A3CB1-0DE5-BC1C-5766-A9AE5D2B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2488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4886D-4DCA-9E15-0FBB-E98DD9EE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277A2-6257-646C-4C99-5AFFEF6B4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FDC54-5F33-1D28-E44B-748DED4EB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293C8-C19E-2A47-6E08-F3DA087A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2025/05/12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44E10-9319-881B-8316-B2158B399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70C26-1625-BD6B-A05C-228483145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81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8D1A-FAEB-E581-1AEC-5DFADEFFB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DF994-0AAA-9EC1-1D52-68FC99E56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8D17B-A38D-6336-8041-905167565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D75745-443A-6D4D-2FE4-61F5ED192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16C13-DAEA-108A-D2B1-67307F2B6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BC0D69-2666-4DDC-DF9C-E184EF8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2025/05/12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90385C-4CB8-D8E0-58F4-068D1BB85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3D98B2-F141-7D75-19AD-4FD4394EB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8348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AB291-12BF-9615-65A5-A94006FD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B4F9B-FC29-593B-4818-1C55D924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2025/05/12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4C946-4C9E-23D6-82E8-84D14A58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51066-0E09-E6A4-4DDB-4A8E8AB0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9904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40004B-EB7D-474F-0123-D1B78E477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2025/05/12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B4FE66-6FA6-0125-9554-8CCCEB11A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25DFC-B48F-274D-62EF-C7C7E77A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0754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918C2-C4F7-E472-07E2-1E089EE1D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84C90-838C-DF94-A2E9-8D7878CAC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FEBE6-185C-0728-3D72-7B2AF39B1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A6908-7B4E-E75F-50B6-90B5FB9D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2025/05/12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98077-6C99-3561-ED3C-1A23D846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2B655-BCAF-2B8A-CD4D-8727DC2B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822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559A-1193-6725-7B6F-8AB4F1853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FF954-D366-4B9D-0AA0-0BA4BB47D3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7CD4F-89F5-7B47-FCD3-01C68184C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54BE2-BA2C-E574-4CB9-051EFFE9F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2025/05/12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2B7A3-F6F1-D21A-5365-2B1FD2AD4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BE9D5-562A-CB0A-5E17-984A5863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1610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FEE06-3899-C086-35D6-7C7D832C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BC438-4595-117D-45ED-51E59A815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3B438-8537-7529-0790-63B98C9A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2025/05/12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B9BC3-400E-7797-D7C2-F5A3551B8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3ECA-3C45-1959-9733-3D5A7E3D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01872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C7167A-5843-4CDA-A095-6B6172A11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0FD8E-3662-A984-E61B-AFFF10A17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A59E7-4E37-D3D4-CE9E-A854CDDCE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2025/05/12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3A528-9CB2-2C4C-AEB0-612A80A7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7EEB3-A479-90A1-2C3C-272C6E20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5829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D1900-CA9B-F026-E1AE-ED5A27C64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D024A-CD96-5611-2ABD-6674A497F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C3FDE-5A9B-C91C-9380-AAA4BC3E4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997BC2-908B-4AE2-B66B-0BE82B2F56FB}" type="datetimeFigureOut">
              <a:rPr lang="en-ZA" smtClean="0"/>
              <a:t>2025/05/12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D5B6D-ED0F-11DF-950B-0EEC27C924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456FE-0192-C8FF-4E6D-0DEF39714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910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70D246-911C-D7B3-6009-055DAF83A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21911"/>
            <a:ext cx="12192000" cy="2013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2B0773-86CD-D19C-AD6C-48CDE5F56A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951" y="170579"/>
            <a:ext cx="2048257" cy="747614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3AB41969-6AF6-5FDC-1BDC-6CEB62DD8707}"/>
              </a:ext>
            </a:extLst>
          </p:cNvPr>
          <p:cNvSpPr txBox="1">
            <a:spLocks/>
          </p:cNvSpPr>
          <p:nvPr/>
        </p:nvSpPr>
        <p:spPr>
          <a:xfrm>
            <a:off x="263622" y="1387855"/>
            <a:ext cx="11687586" cy="989585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lang="en-ZA" sz="36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cs typeface="Arial" panose="020B0604020202020204" pitchFamily="34" charset="0"/>
              </a:rPr>
              <a:t>Title</a:t>
            </a:r>
            <a:endParaRPr lang="en-US" sz="3600" b="1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ECAFAF-4F91-67A8-9086-1AC0C30FB6F7}"/>
              </a:ext>
            </a:extLst>
          </p:cNvPr>
          <p:cNvSpPr txBox="1">
            <a:spLocks/>
          </p:cNvSpPr>
          <p:nvPr/>
        </p:nvSpPr>
        <p:spPr>
          <a:xfrm>
            <a:off x="3780267" y="3066605"/>
            <a:ext cx="4654296" cy="44469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Name of presenter(s)</a:t>
            </a:r>
          </a:p>
        </p:txBody>
      </p:sp>
    </p:spTree>
    <p:extLst>
      <p:ext uri="{BB962C8B-B14F-4D97-AF65-F5344CB8AC3E}">
        <p14:creationId xmlns:p14="http://schemas.microsoft.com/office/powerpoint/2010/main" val="1094209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FEB827-882A-2F2B-855D-D4A61117AB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951" y="170579"/>
            <a:ext cx="2048257" cy="7476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AE4EB-89E8-C0C6-CCBB-B4F0C01CE8F0}"/>
              </a:ext>
            </a:extLst>
          </p:cNvPr>
          <p:cNvSpPr txBox="1">
            <a:spLocks/>
          </p:cNvSpPr>
          <p:nvPr/>
        </p:nvSpPr>
        <p:spPr>
          <a:xfrm>
            <a:off x="403505" y="415048"/>
            <a:ext cx="4654296" cy="44469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9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Slide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8E7FFD-0321-1697-E0F5-A739089E6EDB}"/>
              </a:ext>
            </a:extLst>
          </p:cNvPr>
          <p:cNvSpPr txBox="1">
            <a:spLocks/>
          </p:cNvSpPr>
          <p:nvPr/>
        </p:nvSpPr>
        <p:spPr>
          <a:xfrm>
            <a:off x="424418" y="1519904"/>
            <a:ext cx="5071125" cy="137874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9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Point 1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Point 2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600"/>
              </a:spcAft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897354-327B-3352-44EB-BE71D0445AF3}"/>
              </a:ext>
            </a:extLst>
          </p:cNvPr>
          <p:cNvSpPr/>
          <p:nvPr/>
        </p:nvSpPr>
        <p:spPr>
          <a:xfrm>
            <a:off x="0" y="244549"/>
            <a:ext cx="212651" cy="785690"/>
          </a:xfrm>
          <a:prstGeom prst="rect">
            <a:avLst/>
          </a:prstGeom>
          <a:solidFill>
            <a:srgbClr val="C80000"/>
          </a:solidFill>
          <a:ln>
            <a:solidFill>
              <a:srgbClr val="C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C8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3E946B-1FB2-8CAB-70C0-2A5EA2FE573B}"/>
              </a:ext>
            </a:extLst>
          </p:cNvPr>
          <p:cNvCxnSpPr>
            <a:cxnSpLocks/>
          </p:cNvCxnSpPr>
          <p:nvPr/>
        </p:nvCxnSpPr>
        <p:spPr>
          <a:xfrm>
            <a:off x="345839" y="1030239"/>
            <a:ext cx="11589765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432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>University of KwaZulu-Natal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Danielle Jade Roberts</dc:creator>
  <cp:lastModifiedBy>Danielle Jade Roberts</cp:lastModifiedBy>
  <cp:revision>1</cp:revision>
  <dcterms:created xsi:type="dcterms:W3CDTF">2025-05-12T08:10:08Z</dcterms:created>
  <dcterms:modified xsi:type="dcterms:W3CDTF">2025-05-12T08:22:40Z</dcterms:modified>
</cp:coreProperties>
</file>